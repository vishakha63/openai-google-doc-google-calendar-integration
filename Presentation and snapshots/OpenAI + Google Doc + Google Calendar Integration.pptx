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099B3-4126-7E6A-7340-761FE0C1F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F6F18-9995-420B-757B-6234C4A73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AC4B2-315C-03A6-D3E1-F2E3A76D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79B52-5428-93EA-3B87-B1362B2A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EE460-E646-E1F1-34CA-D25F19BA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20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016E-43E9-390A-0C2A-B2F873CC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8EB6C-FF23-97EB-79EA-EFD9D45F1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B04DA-1840-173F-1C24-BC19CDF8F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8BB97-460D-D97B-86AA-19ABD56C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1499-0C17-CBD5-A314-5C79BFD1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8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B8F1-95B9-9043-B81E-587F15579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8CF9A-A44B-57E4-F90E-AB638C049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F94C1-4D6E-F557-3CCC-DF51B3CA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94907-3FEC-3473-265C-641C519D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07D0F-33DA-B7AF-6036-119E4DFB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9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EB336-F4F5-94DB-0901-A30F5A62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AAAE-51D6-9F51-41EC-CF38A5D20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79C1C-BEEE-01D7-0223-224D9EAC3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D889A-0558-6841-FC47-139D1C6E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9360E-5E00-A503-F84C-12AB5181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86E5F-B79F-4693-EF8D-28D9103B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5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5CA7-E30A-65B0-BC95-1B069B142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D578D-4C8D-3DB2-037D-5E9E9EEC6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FC7DA-012C-85FE-0258-669E1D922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4B3D3-82E8-8342-0F7E-2AD131A91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F27ED7-EF83-036D-B3EF-4400A3210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F835F-8456-5E74-A9DD-515611B9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9057B-BEF5-A8C4-8F66-96B52800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F0A77-0F89-FF5A-9257-181B9AA2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5DC5-0978-F840-1244-7DCF1246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F3CE9-AAE9-BF01-53B5-2F3A68DB8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9D655-2658-9AE1-1182-28C92D1D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C4420-BCEF-C9D6-FCEE-371603DE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7201B-1F49-F309-C440-1AEF1225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FA498-29EF-AEAB-7295-DFD60432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06C81-7DC6-7389-A3C7-CCCA367C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2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4A1C-57EE-F966-AD73-D0D0CF01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8E320-F590-7AA3-7F79-0A17A3ED0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1C7ED-4257-64D5-9F7F-8529080D4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80211-FB58-BBBC-99B9-DBC5B5629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E0F98-E778-EAB7-2BE2-7E8217C18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37340-974E-BAE5-CF55-00D5DB53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9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B024-4F26-680D-F567-DDF0839D7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F25FE-7372-E30A-4480-099F63448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6BEEE-BEF5-4255-43A6-808A43243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125C7-FB57-7A17-BDAB-E26EC6E8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A4ED5-AC94-B95A-01F2-0781107E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A1AD2-52C0-0B4A-5EB5-22C202EF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2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69B3-B1F7-6F1A-088C-7AF31283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2DA42-B6B7-AEE7-1F5C-9D51A8019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D7E5C-495E-32F4-3573-5FEC8D5A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4E14A-9975-AC88-31DC-3F70C832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A2772-6B03-82DA-A9D6-12D553BC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5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298CB-A76C-49C4-5CC6-F52D7A9F9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DA15B-3404-842B-54DE-E0931F732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9CEF1-3489-5BA8-B4E9-FED014D6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12B98-3544-CB4E-B1A4-5D49B078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B284F-8AEC-849C-4E76-B7393977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5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28DD7-E0D0-B627-1BA1-5E53E7E3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93BB4-2919-CC59-8BE7-45E785790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66663-0D2F-D56C-5441-18359BEED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4931C-3467-435D-B97A-C54C4F2DA39A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D1E66-4C12-0F35-9B2D-3B11EC686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72F3A-04C9-5FA5-4983-2CFAF7B82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ACA07-40B2-476F-8D9B-C76EE464D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1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6345-001D-9843-9F55-F6869E0DE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OpenAI + Google Doc + Google Calendar Integration Final CSC215-AI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1E06A-3715-2CB4-3D93-1E108824E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80" y="4221798"/>
            <a:ext cx="9144000" cy="1655762"/>
          </a:xfrm>
        </p:spPr>
        <p:txBody>
          <a:bodyPr/>
          <a:lstStyle/>
          <a:p>
            <a:r>
              <a:rPr lang="en-US" dirty="0"/>
              <a:t>Vishakha Ramteke</a:t>
            </a:r>
          </a:p>
        </p:txBody>
      </p:sp>
    </p:spTree>
    <p:extLst>
      <p:ext uri="{BB962C8B-B14F-4D97-AF65-F5344CB8AC3E}">
        <p14:creationId xmlns:p14="http://schemas.microsoft.com/office/powerpoint/2010/main" val="139233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9A201-E966-A49B-533F-FE7AEDE6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Different Programs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221D6-282E-7182-68DD-49B75AD2D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Querying Own Data(text file) with no OpenAI Integration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  Querying Own Data(text file) with OpenAI Integration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  Querying Own Data(folder) with no OpenAI Integration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  Querying Own Data(folder) with OpenAI Integration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42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546A8-C4AF-0075-7130-E475E495B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40" y="243840"/>
            <a:ext cx="10601960" cy="59331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Retrieving the doc content from the Google docs and running the above four different </a:t>
            </a:r>
            <a:r>
              <a:rPr lang="en-US" sz="3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operations on it.</a:t>
            </a:r>
          </a:p>
          <a:p>
            <a:pPr marL="0" indent="0">
              <a:buNone/>
            </a:pPr>
            <a:endParaRPr lang="en-US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integration of Chat GPT, Goggle Docs and Goggle Calendar – Available Time slots given manually in the Google Doc.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144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13C07-940A-9A88-C62B-43BBE6BA3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Complete integration of Chat GPT, Goggle Docs and Goggle Calendar  - Automatic retrieval of  Available timeslots from the Google Calendar into Google Doc.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568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88EA45-28E5-0983-8A7C-41B264BDA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CHARTS FOR 3</a:t>
            </a:r>
            <a:r>
              <a:rPr lang="en-US" sz="6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4</a:t>
            </a:r>
            <a:r>
              <a:rPr lang="en-US" sz="6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</a:t>
            </a:r>
          </a:p>
        </p:txBody>
      </p:sp>
    </p:spTree>
    <p:extLst>
      <p:ext uri="{BB962C8B-B14F-4D97-AF65-F5344CB8AC3E}">
        <p14:creationId xmlns:p14="http://schemas.microsoft.com/office/powerpoint/2010/main" val="2050728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784BBA2-B24D-82AB-2C5B-885C5A3AB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0" y="0"/>
            <a:ext cx="3267075" cy="680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404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04EB00-59A8-58AA-5934-A149DDA50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62" y="-20320"/>
            <a:ext cx="3267075" cy="687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251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428372-DF08-F6B7-412D-8ED6BD3F0A04}"/>
              </a:ext>
            </a:extLst>
          </p:cNvPr>
          <p:cNvSpPr txBox="1">
            <a:spLocks/>
          </p:cNvSpPr>
          <p:nvPr/>
        </p:nvSpPr>
        <p:spPr>
          <a:xfrm>
            <a:off x="2946400" y="2987040"/>
            <a:ext cx="6299200" cy="6502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YOU!!!!!</a:t>
            </a:r>
          </a:p>
        </p:txBody>
      </p:sp>
    </p:spTree>
    <p:extLst>
      <p:ext uri="{BB962C8B-B14F-4D97-AF65-F5344CB8AC3E}">
        <p14:creationId xmlns:p14="http://schemas.microsoft.com/office/powerpoint/2010/main" val="2620731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145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OpenAI + Google Doc + Google Calendar Integration Final CSC215-AI Project</vt:lpstr>
      <vt:lpstr>Different Programs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 + Google Doc + Google Calendar Integration Final Project</dc:title>
  <dc:creator>Ramteke, Vishakha</dc:creator>
  <cp:lastModifiedBy>Vishakha Ramteke</cp:lastModifiedBy>
  <cp:revision>17</cp:revision>
  <dcterms:created xsi:type="dcterms:W3CDTF">2024-05-07T04:15:23Z</dcterms:created>
  <dcterms:modified xsi:type="dcterms:W3CDTF">2024-05-10T04:27:52Z</dcterms:modified>
</cp:coreProperties>
</file>